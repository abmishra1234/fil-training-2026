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grey prompt with your own content. Keep it visual: tables and diagrams beat paragraphs. Max 2-3 minutes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decisions, not code. For each decision say what you rejected and why. The Q&amp;A will probe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failures: judges reward a clear root-cause analysis more than a perfect score with no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3 · REQUIREMENT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were asked to build, and how it can be abused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031175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&lt;your team name&gt;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81912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0F6B55"/>
          </a:solidFill>
          <a:ln w="12700">
            <a:solidFill>
              <a:srgbClr val="0F6B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81912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63624"/>
            <a:ext cx="2494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roles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317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system? For each role (EMPLOYEE, MANAGER, FINANCE_ADMIN, AUDITOR): what can they see, and what can they do? Include the reporting-line rule.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2978" y="14173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5858" y="1581912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0F6B55"/>
          </a:solidFill>
          <a:ln w="12700">
            <a:solidFill>
              <a:srgbClr val="0F6B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5858" y="1581912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91658" y="1563624"/>
            <a:ext cx="2494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APIs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05858" y="1965960"/>
            <a:ext cx="317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API: method + path, who may call it, input, output and main error codes. Login · List with filters · Decision.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43037" y="14173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5917" y="15819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F6B55"/>
          </a:solidFill>
          <a:ln w="12700">
            <a:solidFill>
              <a:srgbClr val="0F6B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5917" y="1581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212885" y="1563624"/>
            <a:ext cx="22930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5917" y="1965960"/>
            <a:ext cx="317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(SUBMITTED → …), Rs 50,000 threshold, final states, separation of duties, filters only narrow scope, idempotency.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142232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1422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673352" y="4123944"/>
            <a:ext cx="2192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(STRIDE)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526280"/>
            <a:ext cx="317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ways an attacker or insider could misuse these APIs (e.g. IDOR, token forging, self-approval, enumeration, replay) and the control for each.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2978" y="397764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5858" y="4142232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05858" y="4142232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91658" y="4123944"/>
            <a:ext cx="2494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05858" y="4526280"/>
            <a:ext cx="317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payload limits, logging, config and security headers. How will you measure them?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43037" y="397764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5917" y="4142232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5917" y="41422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313469" y="4123944"/>
            <a:ext cx="2192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25917" y="4526280"/>
            <a:ext cx="317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the spec left open that you decided (and why). E.g. inactive employee claims, error precedence, time zone.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3 · DESIGN DECISIONS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designed it, and why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031175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&lt;your team name&gt;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85855" cy="1005840"/>
          </a:xfrm>
          <a:prstGeom prst="roundRect">
            <a:avLst>
              <a:gd name="adj" fmla="val 7273"/>
            </a:avLst>
          </a:prstGeom>
          <a:solidFill>
            <a:srgbClr val="0B2233"/>
          </a:solidFill>
          <a:ln w="12700">
            <a:solidFill>
              <a:srgbClr val="0B22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PIPELINE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44002" y="17007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072602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72602" y="20299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72602" y="20299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185084" y="17007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13684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13684" y="20299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3684" y="20299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6166" y="17007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54766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766" y="20299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766" y="20299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67248" y="17007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scope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5848" y="20299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95848" y="20299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208330" y="17007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36930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36930" y="20299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36930" y="20299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49411" y="17007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778011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commit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78011" y="20299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011" y="20299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890493" y="17007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119093" y="1737360"/>
            <a:ext cx="124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260604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2770632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0F6B55"/>
          </a:solidFill>
          <a:ln w="12700">
            <a:solidFill>
              <a:srgbClr val="0F6B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277063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472184" y="2752344"/>
            <a:ext cx="2393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3154680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framework, layers (router → service → store), where each security control lives. Edit the pipeline above to match YOUR order.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22978" y="260604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05858" y="2770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F6B55"/>
          </a:solidFill>
          <a:ln w="12700">
            <a:solidFill>
              <a:srgbClr val="0F6B5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05858" y="2770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392826" y="2752344"/>
            <a:ext cx="22930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505858" y="3154680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algorithm + parameters, JWT algorithm, claims, lifetime, secret handling, lockout &amp; rate limiting.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43037" y="260604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5917" y="2770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F6B55"/>
          </a:solidFill>
          <a:ln w="12700">
            <a:solidFill>
              <a:srgbClr val="0F6B5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25917" y="2770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212885" y="2752344"/>
            <a:ext cx="22930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325917" y="3154680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implementation, object-level scope (how you compute the visible set), 403 vs 404 choice, separation of duties.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02920" y="45720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" y="47365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8580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572768" y="4718304"/>
            <a:ext cx="22930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errors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5120640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schema / allow-lists, unknown fields &amp; params, literal search, sort allow-list, error envelope, no leaks.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22978" y="45720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05858" y="4736592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05858" y="47365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292242" y="4718304"/>
            <a:ext cx="2393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workflow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4505858" y="5120640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machine, threshold, final states, and how an Idempotency-Key makes retries safe (storage, fingerprint, replay vs conflict).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143037" y="45720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25917" y="47365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25917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212885" y="4718304"/>
            <a:ext cx="22930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&amp; trade-offs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8325917" y="5120640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A01-A10: the control you built for each + one trade-off you consciously made (and what you would change in production).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3 · JUDGE TEST CASE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judge says about our API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031175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&lt;your team name&gt;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DCEFE8"/>
          </a:solidFill>
          <a:ln w="12700">
            <a:solidFill>
              <a:srgbClr val="DCEF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/ 436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· ___ failed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___ / 100 (from judge_report.md)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417320"/>
          <a:ext cx="76169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66160"/>
                <a:gridCol w="685800"/>
                <a:gridCol w="731520"/>
                <a:gridCol w="68580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token issuance (A07, A04)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validation (A07, A08)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control (A01)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Object-level authZ &amp; data scope (A01)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Filtering, sorting &amp; pagination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validation &amp; injection (A05)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 &amp; idempotency (A06)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configuration &amp; hardening (A02)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logging &amp; alerting (A09)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Exceptional conditions &amp; NFRs (A10, NFR)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70916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4873752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C2412D"/>
          </a:solidFill>
          <a:ln w="12700">
            <a:solidFill>
              <a:srgbClr val="C241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87375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472184" y="4855464"/>
            <a:ext cx="2393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tests &amp; root cause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525780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failing test ID: the requirement it checks and the root cause in your design or code.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22978" y="470916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05858" y="4873752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0F6B55"/>
          </a:solidFill>
          <a:ln w="12700">
            <a:solidFill>
              <a:srgbClr val="0F6B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05858" y="4873752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191658" y="4855464"/>
            <a:ext cx="2494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would fix them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05858" y="525780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frozen: describe the fix you would make for each failure, and the lesson learned.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43037" y="4709160"/>
            <a:ext cx="3545738" cy="1691640"/>
          </a:xfrm>
          <a:prstGeom prst="roundRect">
            <a:avLst>
              <a:gd name="adj" fmla="val 432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5917" y="4873752"/>
            <a:ext cx="676656" cy="274320"/>
          </a:xfrm>
          <a:prstGeom prst="roundRect">
            <a:avLst>
              <a:gd name="adj" fmla="val 50000"/>
            </a:avLst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87375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12301" y="4855464"/>
            <a:ext cx="2393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/ production gaps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25917" y="525780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would add before going live: refresh tokens, a real database, SIEM alerts, SCA scan, TLS, etc.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3794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result matrix from judge/reports/judge_report.md after running the judge on your frozen commit.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Claims API - Team submission</dc:title>
  <dc:subject>PptxGenJS Presentation</dc:subject>
  <dc:creator>PptxGenJS</dc:creator>
  <cp:lastModifiedBy>PptxGenJS</cp:lastModifiedBy>
  <cp:revision>1</cp:revision>
  <dcterms:created xsi:type="dcterms:W3CDTF">2026-10-01T00:52:43Z</dcterms:created>
  <dcterms:modified xsi:type="dcterms:W3CDTF">2026-10-01T00:52:43Z</dcterms:modified>
</cp:coreProperties>
</file>